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801600" cy="9601200" type="A3"/>
  <p:notesSz cx="6858000" cy="9144000"/>
  <p:defaultTextStyle>
    <a:defPPr>
      <a:defRPr lang="en-US"/>
    </a:defPPr>
    <a:lvl1pPr marL="0" algn="l" defTabSz="1279867" rtl="0" eaLnBrk="1" latinLnBrk="0" hangingPunct="1">
      <a:defRPr sz="2519" kern="1200">
        <a:solidFill>
          <a:schemeClr val="tx1"/>
        </a:solidFill>
        <a:latin typeface="+mn-lt"/>
        <a:ea typeface="+mn-ea"/>
        <a:cs typeface="+mn-cs"/>
      </a:defRPr>
    </a:lvl1pPr>
    <a:lvl2pPr marL="639934" algn="l" defTabSz="1279867" rtl="0" eaLnBrk="1" latinLnBrk="0" hangingPunct="1">
      <a:defRPr sz="2519" kern="1200">
        <a:solidFill>
          <a:schemeClr val="tx1"/>
        </a:solidFill>
        <a:latin typeface="+mn-lt"/>
        <a:ea typeface="+mn-ea"/>
        <a:cs typeface="+mn-cs"/>
      </a:defRPr>
    </a:lvl2pPr>
    <a:lvl3pPr marL="1279867" algn="l" defTabSz="1279867" rtl="0" eaLnBrk="1" latinLnBrk="0" hangingPunct="1">
      <a:defRPr sz="2519" kern="1200">
        <a:solidFill>
          <a:schemeClr val="tx1"/>
        </a:solidFill>
        <a:latin typeface="+mn-lt"/>
        <a:ea typeface="+mn-ea"/>
        <a:cs typeface="+mn-cs"/>
      </a:defRPr>
    </a:lvl3pPr>
    <a:lvl4pPr marL="1919801" algn="l" defTabSz="1279867" rtl="0" eaLnBrk="1" latinLnBrk="0" hangingPunct="1">
      <a:defRPr sz="2519" kern="1200">
        <a:solidFill>
          <a:schemeClr val="tx1"/>
        </a:solidFill>
        <a:latin typeface="+mn-lt"/>
        <a:ea typeface="+mn-ea"/>
        <a:cs typeface="+mn-cs"/>
      </a:defRPr>
    </a:lvl4pPr>
    <a:lvl5pPr marL="2559735" algn="l" defTabSz="1279867" rtl="0" eaLnBrk="1" latinLnBrk="0" hangingPunct="1">
      <a:defRPr sz="2519" kern="1200">
        <a:solidFill>
          <a:schemeClr val="tx1"/>
        </a:solidFill>
        <a:latin typeface="+mn-lt"/>
        <a:ea typeface="+mn-ea"/>
        <a:cs typeface="+mn-cs"/>
      </a:defRPr>
    </a:lvl5pPr>
    <a:lvl6pPr marL="3199668" algn="l" defTabSz="1279867" rtl="0" eaLnBrk="1" latinLnBrk="0" hangingPunct="1">
      <a:defRPr sz="2519" kern="1200">
        <a:solidFill>
          <a:schemeClr val="tx1"/>
        </a:solidFill>
        <a:latin typeface="+mn-lt"/>
        <a:ea typeface="+mn-ea"/>
        <a:cs typeface="+mn-cs"/>
      </a:defRPr>
    </a:lvl6pPr>
    <a:lvl7pPr marL="3839602" algn="l" defTabSz="1279867" rtl="0" eaLnBrk="1" latinLnBrk="0" hangingPunct="1">
      <a:defRPr sz="2519" kern="1200">
        <a:solidFill>
          <a:schemeClr val="tx1"/>
        </a:solidFill>
        <a:latin typeface="+mn-lt"/>
        <a:ea typeface="+mn-ea"/>
        <a:cs typeface="+mn-cs"/>
      </a:defRPr>
    </a:lvl7pPr>
    <a:lvl8pPr marL="4479536" algn="l" defTabSz="1279867" rtl="0" eaLnBrk="1" latinLnBrk="0" hangingPunct="1">
      <a:defRPr sz="2519" kern="1200">
        <a:solidFill>
          <a:schemeClr val="tx1"/>
        </a:solidFill>
        <a:latin typeface="+mn-lt"/>
        <a:ea typeface="+mn-ea"/>
        <a:cs typeface="+mn-cs"/>
      </a:defRPr>
    </a:lvl8pPr>
    <a:lvl9pPr marL="5119470" algn="l" defTabSz="1279867" rtl="0" eaLnBrk="1" latinLnBrk="0" hangingPunct="1">
      <a:defRPr sz="251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008" userDrawn="1">
          <p15:clr>
            <a:srgbClr val="A4A3A4"/>
          </p15:clr>
        </p15:guide>
        <p15:guide id="2" orient="horz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56" autoAdjust="0"/>
    <p:restoredTop sz="94694"/>
  </p:normalViewPr>
  <p:slideViewPr>
    <p:cSldViewPr>
      <p:cViewPr varScale="1">
        <p:scale>
          <a:sx n="51" d="100"/>
          <a:sy n="51" d="100"/>
        </p:scale>
        <p:origin x="1590" y="78"/>
      </p:cViewPr>
      <p:guideLst>
        <p:guide pos="8008"/>
        <p:guide orient="horz"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E861C-486B-4E18-A0E9-A790238A915C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11066-0135-4CAA-8AD4-89A97190A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34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79867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1pPr>
    <a:lvl2pPr marL="639934" algn="l" defTabSz="1279867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2pPr>
    <a:lvl3pPr marL="1279867" algn="l" defTabSz="1279867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3pPr>
    <a:lvl4pPr marL="1919801" algn="l" defTabSz="1279867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4pPr>
    <a:lvl5pPr marL="2559735" algn="l" defTabSz="1279867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5pPr>
    <a:lvl6pPr marL="3199668" algn="l" defTabSz="1279867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6pPr>
    <a:lvl7pPr marL="3839602" algn="l" defTabSz="1279867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7pPr>
    <a:lvl8pPr marL="4479536" algn="l" defTabSz="1279867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8pPr>
    <a:lvl9pPr marL="5119470" algn="l" defTabSz="1279867" rtl="0" eaLnBrk="1" latinLnBrk="0" hangingPunct="1">
      <a:defRPr sz="168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11066-0135-4CAA-8AD4-89A97190AC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74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982596"/>
            <a:ext cx="10881360" cy="20580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40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80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20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560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00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84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481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121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6169661"/>
            <a:ext cx="10881360" cy="1906905"/>
          </a:xfrm>
        </p:spPr>
        <p:txBody>
          <a:bodyPr anchor="t"/>
          <a:lstStyle>
            <a:lvl1pPr algn="l">
              <a:defRPr sz="5601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4069399"/>
            <a:ext cx="10881360" cy="2100262"/>
          </a:xfrm>
        </p:spPr>
        <p:txBody>
          <a:bodyPr anchor="b"/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64015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2pPr>
            <a:lvl3pPr marL="1280306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3pPr>
            <a:lvl4pPr marL="1920459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4pPr>
            <a:lvl5pPr marL="2560613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5pPr>
            <a:lvl6pPr marL="3200766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6pPr>
            <a:lvl7pPr marL="3840919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7pPr>
            <a:lvl8pPr marL="4481072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8pPr>
            <a:lvl9pPr marL="5121225" indent="0">
              <a:buNone/>
              <a:defRPr sz="1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2240281"/>
            <a:ext cx="5654040" cy="6336348"/>
          </a:xfrm>
        </p:spPr>
        <p:txBody>
          <a:bodyPr/>
          <a:lstStyle>
            <a:lvl1pPr>
              <a:defRPr sz="3920"/>
            </a:lvl1pPr>
            <a:lvl2pPr>
              <a:defRPr sz="3360"/>
            </a:lvl2pPr>
            <a:lvl3pPr>
              <a:defRPr sz="280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2240281"/>
            <a:ext cx="5654040" cy="6336348"/>
          </a:xfrm>
        </p:spPr>
        <p:txBody>
          <a:bodyPr/>
          <a:lstStyle>
            <a:lvl1pPr>
              <a:defRPr sz="3920"/>
            </a:lvl1pPr>
            <a:lvl2pPr>
              <a:defRPr sz="3360"/>
            </a:lvl2pPr>
            <a:lvl3pPr>
              <a:defRPr sz="2800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149158"/>
            <a:ext cx="5656263" cy="89566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153" indent="0">
              <a:buNone/>
              <a:defRPr sz="2800" b="1"/>
            </a:lvl2pPr>
            <a:lvl3pPr marL="1280306" indent="0">
              <a:buNone/>
              <a:defRPr sz="2520" b="1"/>
            </a:lvl3pPr>
            <a:lvl4pPr marL="1920459" indent="0">
              <a:buNone/>
              <a:defRPr sz="2240" b="1"/>
            </a:lvl4pPr>
            <a:lvl5pPr marL="2560613" indent="0">
              <a:buNone/>
              <a:defRPr sz="2240" b="1"/>
            </a:lvl5pPr>
            <a:lvl6pPr marL="3200766" indent="0">
              <a:buNone/>
              <a:defRPr sz="2240" b="1"/>
            </a:lvl6pPr>
            <a:lvl7pPr marL="3840919" indent="0">
              <a:buNone/>
              <a:defRPr sz="2240" b="1"/>
            </a:lvl7pPr>
            <a:lvl8pPr marL="4481072" indent="0">
              <a:buNone/>
              <a:defRPr sz="2240" b="1"/>
            </a:lvl8pPr>
            <a:lvl9pPr marL="5121225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3044825"/>
            <a:ext cx="5656263" cy="5531803"/>
          </a:xfrm>
        </p:spPr>
        <p:txBody>
          <a:bodyPr/>
          <a:lstStyle>
            <a:lvl1pPr>
              <a:defRPr sz="3360"/>
            </a:lvl1pPr>
            <a:lvl2pPr>
              <a:defRPr sz="2800"/>
            </a:lvl2pPr>
            <a:lvl3pPr>
              <a:defRPr sz="2520"/>
            </a:lvl3pPr>
            <a:lvl4pPr>
              <a:defRPr sz="2240"/>
            </a:lvl4pPr>
            <a:lvl5pPr>
              <a:defRPr sz="2240"/>
            </a:lvl5pPr>
            <a:lvl6pPr>
              <a:defRPr sz="2240"/>
            </a:lvl6pPr>
            <a:lvl7pPr>
              <a:defRPr sz="2240"/>
            </a:lvl7pPr>
            <a:lvl8pPr>
              <a:defRPr sz="2240"/>
            </a:lvl8pPr>
            <a:lvl9pPr>
              <a:defRPr sz="2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6" y="2149158"/>
            <a:ext cx="5658485" cy="89566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153" indent="0">
              <a:buNone/>
              <a:defRPr sz="2800" b="1"/>
            </a:lvl2pPr>
            <a:lvl3pPr marL="1280306" indent="0">
              <a:buNone/>
              <a:defRPr sz="2520" b="1"/>
            </a:lvl3pPr>
            <a:lvl4pPr marL="1920459" indent="0">
              <a:buNone/>
              <a:defRPr sz="2240" b="1"/>
            </a:lvl4pPr>
            <a:lvl5pPr marL="2560613" indent="0">
              <a:buNone/>
              <a:defRPr sz="2240" b="1"/>
            </a:lvl5pPr>
            <a:lvl6pPr marL="3200766" indent="0">
              <a:buNone/>
              <a:defRPr sz="2240" b="1"/>
            </a:lvl6pPr>
            <a:lvl7pPr marL="3840919" indent="0">
              <a:buNone/>
              <a:defRPr sz="2240" b="1"/>
            </a:lvl7pPr>
            <a:lvl8pPr marL="4481072" indent="0">
              <a:buNone/>
              <a:defRPr sz="2240" b="1"/>
            </a:lvl8pPr>
            <a:lvl9pPr marL="5121225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6" y="3044825"/>
            <a:ext cx="5658485" cy="5531803"/>
          </a:xfrm>
        </p:spPr>
        <p:txBody>
          <a:bodyPr/>
          <a:lstStyle>
            <a:lvl1pPr>
              <a:defRPr sz="3360"/>
            </a:lvl1pPr>
            <a:lvl2pPr>
              <a:defRPr sz="2800"/>
            </a:lvl2pPr>
            <a:lvl3pPr>
              <a:defRPr sz="2520"/>
            </a:lvl3pPr>
            <a:lvl4pPr>
              <a:defRPr sz="2240"/>
            </a:lvl4pPr>
            <a:lvl5pPr>
              <a:defRPr sz="2240"/>
            </a:lvl5pPr>
            <a:lvl6pPr>
              <a:defRPr sz="2240"/>
            </a:lvl6pPr>
            <a:lvl7pPr>
              <a:defRPr sz="2240"/>
            </a:lvl7pPr>
            <a:lvl8pPr>
              <a:defRPr sz="2240"/>
            </a:lvl8pPr>
            <a:lvl9pPr>
              <a:defRPr sz="2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1" y="382270"/>
            <a:ext cx="4211638" cy="1626870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382271"/>
            <a:ext cx="7156450" cy="8194358"/>
          </a:xfrm>
        </p:spPr>
        <p:txBody>
          <a:bodyPr/>
          <a:lstStyle>
            <a:lvl1pPr>
              <a:defRPr sz="4481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1" y="2009141"/>
            <a:ext cx="4211638" cy="6567488"/>
          </a:xfrm>
        </p:spPr>
        <p:txBody>
          <a:bodyPr/>
          <a:lstStyle>
            <a:lvl1pPr marL="0" indent="0">
              <a:buNone/>
              <a:defRPr sz="1960"/>
            </a:lvl1pPr>
            <a:lvl2pPr marL="640153" indent="0">
              <a:buNone/>
              <a:defRPr sz="1680"/>
            </a:lvl2pPr>
            <a:lvl3pPr marL="1280306" indent="0">
              <a:buNone/>
              <a:defRPr sz="1400"/>
            </a:lvl3pPr>
            <a:lvl4pPr marL="1920459" indent="0">
              <a:buNone/>
              <a:defRPr sz="1260"/>
            </a:lvl4pPr>
            <a:lvl5pPr marL="2560613" indent="0">
              <a:buNone/>
              <a:defRPr sz="1260"/>
            </a:lvl5pPr>
            <a:lvl6pPr marL="3200766" indent="0">
              <a:buNone/>
              <a:defRPr sz="1260"/>
            </a:lvl6pPr>
            <a:lvl7pPr marL="3840919" indent="0">
              <a:buNone/>
              <a:defRPr sz="1260"/>
            </a:lvl7pPr>
            <a:lvl8pPr marL="4481072" indent="0">
              <a:buNone/>
              <a:defRPr sz="1260"/>
            </a:lvl8pPr>
            <a:lvl9pPr marL="5121225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6720840"/>
            <a:ext cx="7680960" cy="793433"/>
          </a:xfrm>
        </p:spPr>
        <p:txBody>
          <a:bodyPr anchor="b"/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4481"/>
            </a:lvl1pPr>
            <a:lvl2pPr marL="640153" indent="0">
              <a:buNone/>
              <a:defRPr sz="3920"/>
            </a:lvl2pPr>
            <a:lvl3pPr marL="1280306" indent="0">
              <a:buNone/>
              <a:defRPr sz="3360"/>
            </a:lvl3pPr>
            <a:lvl4pPr marL="1920459" indent="0">
              <a:buNone/>
              <a:defRPr sz="2800"/>
            </a:lvl4pPr>
            <a:lvl5pPr marL="2560613" indent="0">
              <a:buNone/>
              <a:defRPr sz="2800"/>
            </a:lvl5pPr>
            <a:lvl6pPr marL="3200766" indent="0">
              <a:buNone/>
              <a:defRPr sz="2800"/>
            </a:lvl6pPr>
            <a:lvl7pPr marL="3840919" indent="0">
              <a:buNone/>
              <a:defRPr sz="2800"/>
            </a:lvl7pPr>
            <a:lvl8pPr marL="4481072" indent="0">
              <a:buNone/>
              <a:defRPr sz="2800"/>
            </a:lvl8pPr>
            <a:lvl9pPr marL="5121225" indent="0">
              <a:buNone/>
              <a:defRPr sz="2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7514273"/>
            <a:ext cx="7680960" cy="1126807"/>
          </a:xfrm>
        </p:spPr>
        <p:txBody>
          <a:bodyPr/>
          <a:lstStyle>
            <a:lvl1pPr marL="0" indent="0">
              <a:buNone/>
              <a:defRPr sz="1960"/>
            </a:lvl1pPr>
            <a:lvl2pPr marL="640153" indent="0">
              <a:buNone/>
              <a:defRPr sz="1680"/>
            </a:lvl2pPr>
            <a:lvl3pPr marL="1280306" indent="0">
              <a:buNone/>
              <a:defRPr sz="1400"/>
            </a:lvl3pPr>
            <a:lvl4pPr marL="1920459" indent="0">
              <a:buNone/>
              <a:defRPr sz="1260"/>
            </a:lvl4pPr>
            <a:lvl5pPr marL="2560613" indent="0">
              <a:buNone/>
              <a:defRPr sz="1260"/>
            </a:lvl5pPr>
            <a:lvl6pPr marL="3200766" indent="0">
              <a:buNone/>
              <a:defRPr sz="1260"/>
            </a:lvl6pPr>
            <a:lvl7pPr marL="3840919" indent="0">
              <a:buNone/>
              <a:defRPr sz="1260"/>
            </a:lvl7pPr>
            <a:lvl8pPr marL="4481072" indent="0">
              <a:buNone/>
              <a:defRPr sz="1260"/>
            </a:lvl8pPr>
            <a:lvl9pPr marL="5121225" indent="0">
              <a:buNone/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384494"/>
            <a:ext cx="2880360" cy="81921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384494"/>
            <a:ext cx="8427720" cy="81921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40281"/>
            <a:ext cx="11521440" cy="6336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8898891"/>
            <a:ext cx="29870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2BAB4-8B8D-41DD-85C7-81A0CA962007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8898891"/>
            <a:ext cx="40538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8898891"/>
            <a:ext cx="29870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4824F-EBE0-443F-8A8F-F64816AF04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280306" rtl="0" eaLnBrk="1" latinLnBrk="0" hangingPunct="1">
        <a:spcBef>
          <a:spcPct val="0"/>
        </a:spcBef>
        <a:buNone/>
        <a:defRPr sz="61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115" indent="-480115" algn="l" defTabSz="1280306" rtl="0" eaLnBrk="1" latinLnBrk="0" hangingPunct="1">
        <a:spcBef>
          <a:spcPct val="20000"/>
        </a:spcBef>
        <a:buFont typeface="Arial" pitchFamily="34" charset="0"/>
        <a:buChar char="•"/>
        <a:defRPr sz="4481" kern="1200">
          <a:solidFill>
            <a:schemeClr val="tx1"/>
          </a:solidFill>
          <a:latin typeface="+mn-lt"/>
          <a:ea typeface="+mn-ea"/>
          <a:cs typeface="+mn-cs"/>
        </a:defRPr>
      </a:lvl1pPr>
      <a:lvl2pPr marL="1040249" indent="-400096" algn="l" defTabSz="1280306" rtl="0" eaLnBrk="1" latinLnBrk="0" hangingPunct="1">
        <a:spcBef>
          <a:spcPct val="20000"/>
        </a:spcBef>
        <a:buFont typeface="Arial" pitchFamily="34" charset="0"/>
        <a:buChar char="–"/>
        <a:defRPr sz="3920" kern="1200">
          <a:solidFill>
            <a:schemeClr val="tx1"/>
          </a:solidFill>
          <a:latin typeface="+mn-lt"/>
          <a:ea typeface="+mn-ea"/>
          <a:cs typeface="+mn-cs"/>
        </a:defRPr>
      </a:lvl2pPr>
      <a:lvl3pPr marL="1600383" indent="-320077" algn="l" defTabSz="1280306" rtl="0" eaLnBrk="1" latinLnBrk="0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240536" indent="-320077" algn="l" defTabSz="1280306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880689" indent="-320077" algn="l" defTabSz="1280306" rtl="0" eaLnBrk="1" latinLnBrk="0" hangingPunct="1">
        <a:spcBef>
          <a:spcPct val="20000"/>
        </a:spcBef>
        <a:buFont typeface="Arial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3520842" indent="-320077" algn="l" defTabSz="1280306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4160995" indent="-320077" algn="l" defTabSz="1280306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4801149" indent="-320077" algn="l" defTabSz="1280306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5441302" indent="-320077" algn="l" defTabSz="1280306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306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153" algn="l" defTabSz="1280306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306" algn="l" defTabSz="1280306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459" algn="l" defTabSz="1280306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613" algn="l" defTabSz="1280306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766" algn="l" defTabSz="1280306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919" algn="l" defTabSz="1280306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1072" algn="l" defTabSz="1280306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1225" algn="l" defTabSz="1280306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xmlns="" id="{0CB5A8CA-2EB8-4EB5-9B19-71726DAC6747}"/>
              </a:ext>
            </a:extLst>
          </p:cNvPr>
          <p:cNvSpPr/>
          <p:nvPr/>
        </p:nvSpPr>
        <p:spPr>
          <a:xfrm>
            <a:off x="9103684" y="7251145"/>
            <a:ext cx="3410555" cy="2127808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35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A2138FA9-26F0-45C3-BDCD-A3F2C8FABD35}"/>
              </a:ext>
            </a:extLst>
          </p:cNvPr>
          <p:cNvSpPr txBox="1"/>
          <p:nvPr/>
        </p:nvSpPr>
        <p:spPr>
          <a:xfrm>
            <a:off x="10153933" y="7140023"/>
            <a:ext cx="138461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Contributions</a:t>
            </a:r>
            <a:endParaRPr lang="en-US" sz="1575" dirty="0">
              <a:solidFill>
                <a:srgbClr val="C00000"/>
              </a:solidFill>
              <a:latin typeface="Arial" panose="020B0604020202020204" pitchFamily="34" charset="0"/>
              <a:ea typeface="Bangla MN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3663" y="133350"/>
            <a:ext cx="12592050" cy="9356725"/>
          </a:xfrm>
          <a:prstGeom prst="rect">
            <a:avLst/>
          </a:prstGeom>
          <a:noFill/>
          <a:ln w="1016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35"/>
          </a:p>
        </p:txBody>
      </p:sp>
      <p:sp>
        <p:nvSpPr>
          <p:cNvPr id="5" name="Snip Diagonal Corner Rectangle 4"/>
          <p:cNvSpPr/>
          <p:nvPr/>
        </p:nvSpPr>
        <p:spPr>
          <a:xfrm>
            <a:off x="266700" y="222250"/>
            <a:ext cx="12245975" cy="1226241"/>
          </a:xfrm>
          <a:prstGeom prst="snip2DiagRect">
            <a:avLst/>
          </a:prstGeom>
          <a:solidFill>
            <a:schemeClr val="bg1">
              <a:lumMod val="8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35"/>
          </a:p>
        </p:txBody>
      </p:sp>
      <p:grpSp>
        <p:nvGrpSpPr>
          <p:cNvPr id="39" name="Group 38"/>
          <p:cNvGrpSpPr/>
          <p:nvPr/>
        </p:nvGrpSpPr>
        <p:grpSpPr>
          <a:xfrm>
            <a:off x="241870" y="1612509"/>
            <a:ext cx="3469705" cy="2485658"/>
            <a:chOff x="914400" y="6439996"/>
            <a:chExt cx="11658600" cy="5036087"/>
          </a:xfrm>
          <a:solidFill>
            <a:schemeClr val="bg1"/>
          </a:solidFill>
        </p:grpSpPr>
        <p:sp>
          <p:nvSpPr>
            <p:cNvPr id="34" name="Rectangle 33"/>
            <p:cNvSpPr/>
            <p:nvPr/>
          </p:nvSpPr>
          <p:spPr>
            <a:xfrm>
              <a:off x="914400" y="6762269"/>
              <a:ext cx="11658600" cy="4713814"/>
            </a:xfrm>
            <a:prstGeom prst="rect">
              <a:avLst/>
            </a:prstGeom>
            <a:grp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5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192761" y="6439996"/>
              <a:ext cx="5146913" cy="118478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ea typeface="Bangla MN" charset="0"/>
                  <a:cs typeface="Arial" panose="020B0604020202020204" pitchFamily="34" charset="0"/>
                </a:rPr>
                <a:t>Objective and Motivation</a:t>
              </a: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9121393" y="4998270"/>
            <a:ext cx="3375137" cy="2030631"/>
            <a:chOff x="845736" y="18217490"/>
            <a:chExt cx="11929274" cy="7827920"/>
          </a:xfrm>
        </p:grpSpPr>
        <p:sp>
          <p:nvSpPr>
            <p:cNvPr id="44" name="Rectangle 43"/>
            <p:cNvSpPr/>
            <p:nvPr/>
          </p:nvSpPr>
          <p:spPr>
            <a:xfrm>
              <a:off x="845736" y="18895071"/>
              <a:ext cx="11929274" cy="7150339"/>
            </a:xfrm>
            <a:prstGeom prst="rect">
              <a:avLst/>
            </a:prstGeom>
            <a:noFill/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5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247233" y="18217490"/>
              <a:ext cx="5389812" cy="13050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ea typeface="Bangla MN" charset="0"/>
                  <a:cs typeface="Arial" panose="020B0604020202020204" pitchFamily="34" charset="0"/>
                </a:rPr>
                <a:t>References</a:t>
              </a:r>
            </a:p>
          </p:txBody>
        </p:sp>
      </p:grpSp>
      <p:sp>
        <p:nvSpPr>
          <p:cNvPr id="47" name="Rectangle 46"/>
          <p:cNvSpPr/>
          <p:nvPr/>
        </p:nvSpPr>
        <p:spPr>
          <a:xfrm>
            <a:off x="9103685" y="1771572"/>
            <a:ext cx="3396707" cy="3115576"/>
          </a:xfrm>
          <a:prstGeom prst="rect">
            <a:avLst/>
          </a:prstGeom>
          <a:noFill/>
          <a:ln w="762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35"/>
          </a:p>
        </p:txBody>
      </p:sp>
      <p:sp>
        <p:nvSpPr>
          <p:cNvPr id="52" name="TextBox 51"/>
          <p:cNvSpPr txBox="1"/>
          <p:nvPr/>
        </p:nvSpPr>
        <p:spPr>
          <a:xfrm>
            <a:off x="3548741" y="299486"/>
            <a:ext cx="626804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25" b="1" dirty="0" smtClean="0">
                <a:ln w="3175">
                  <a:noFill/>
                </a:ln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TITLE:</a:t>
            </a:r>
          </a:p>
          <a:p>
            <a:pPr algn="ctr"/>
            <a:r>
              <a:rPr lang="en-US" sz="1925" b="1" dirty="0" smtClean="0">
                <a:ln w="3175">
                  <a:noFill/>
                </a:ln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“Your title”</a:t>
            </a:r>
            <a:endParaRPr lang="en-US" sz="1925" b="1" dirty="0">
              <a:ln w="3175">
                <a:noFill/>
              </a:ln>
              <a:latin typeface="Arial" panose="020B0604020202020204" pitchFamily="34" charset="0"/>
              <a:ea typeface="Bangla MN" charset="0"/>
              <a:cs typeface="Arial" panose="020B0604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052642" y="1602295"/>
            <a:ext cx="1537017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Conclusions</a:t>
            </a:r>
          </a:p>
        </p:txBody>
      </p:sp>
      <p:grpSp>
        <p:nvGrpSpPr>
          <p:cNvPr id="40" name="Group 39"/>
          <p:cNvGrpSpPr/>
          <p:nvPr/>
        </p:nvGrpSpPr>
        <p:grpSpPr>
          <a:xfrm>
            <a:off x="3840732" y="1612509"/>
            <a:ext cx="5166039" cy="7766446"/>
            <a:chOff x="939939" y="20124262"/>
            <a:chExt cx="11616995" cy="9869831"/>
          </a:xfrm>
        </p:grpSpPr>
        <p:sp>
          <p:nvSpPr>
            <p:cNvPr id="41" name="Rectangle 40"/>
            <p:cNvSpPr/>
            <p:nvPr/>
          </p:nvSpPr>
          <p:spPr>
            <a:xfrm>
              <a:off x="939939" y="20347496"/>
              <a:ext cx="11616995" cy="9646597"/>
            </a:xfrm>
            <a:prstGeom prst="rect">
              <a:avLst/>
            </a:prstGeom>
            <a:noFill/>
            <a:ln w="7620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5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20584" y="20124262"/>
              <a:ext cx="3255702" cy="743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 smtClean="0">
                  <a:solidFill>
                    <a:srgbClr val="C00000"/>
                  </a:solidFill>
                  <a:latin typeface="Arial" panose="020B0604020202020204" pitchFamily="34" charset="0"/>
                  <a:ea typeface="Bangla MN" charset="0"/>
                  <a:cs typeface="Arial" panose="020B0604020202020204" pitchFamily="34" charset="0"/>
                </a:rPr>
                <a:t>Result and Interpretation</a:t>
              </a:r>
              <a:endParaRPr lang="en-US" sz="1600" dirty="0">
                <a:solidFill>
                  <a:srgbClr val="C00000"/>
                </a:solidFill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B624938B-C7F6-4C0D-8328-1DBDF2D33A9B}"/>
              </a:ext>
            </a:extLst>
          </p:cNvPr>
          <p:cNvGrpSpPr/>
          <p:nvPr/>
        </p:nvGrpSpPr>
        <p:grpSpPr>
          <a:xfrm>
            <a:off x="255274" y="4257231"/>
            <a:ext cx="3456301" cy="5121719"/>
            <a:chOff x="1038160" y="13037609"/>
            <a:chExt cx="11850174" cy="18661591"/>
          </a:xfrm>
        </p:grpSpPr>
        <p:sp>
          <p:nvSpPr>
            <p:cNvPr id="35" name="Rectangle 34"/>
            <p:cNvSpPr/>
            <p:nvPr/>
          </p:nvSpPr>
          <p:spPr>
            <a:xfrm>
              <a:off x="1038160" y="13446960"/>
              <a:ext cx="11850174" cy="18252240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35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183085" y="13037609"/>
              <a:ext cx="5127270" cy="12335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panose="020B0604020202020204" pitchFamily="34" charset="0"/>
                  <a:ea typeface="Bangla MN" charset="0"/>
                  <a:cs typeface="Arial" panose="020B0604020202020204" pitchFamily="34" charset="0"/>
                </a:rPr>
                <a:t>Methodology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ACC5895-DC83-4975-A529-F873286B8B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925" y="318116"/>
            <a:ext cx="2537850" cy="111030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7323A77-1930-98DD-2986-400E8D3383A7}"/>
              </a:ext>
            </a:extLst>
          </p:cNvPr>
          <p:cNvSpPr txBox="1"/>
          <p:nvPr/>
        </p:nvSpPr>
        <p:spPr>
          <a:xfrm>
            <a:off x="241870" y="199307"/>
            <a:ext cx="275296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n w="3175">
                  <a:noFill/>
                </a:ln>
                <a:solidFill>
                  <a:srgbClr val="0000FF"/>
                </a:solidFill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EXPERIENTIAL BASED LEARNING</a:t>
            </a:r>
          </a:p>
          <a:p>
            <a:pPr algn="ctr"/>
            <a:r>
              <a:rPr lang="en-US" sz="1800" b="1" dirty="0">
                <a:ln w="3175">
                  <a:noFill/>
                </a:ln>
                <a:latin typeface="Arial" panose="020B0604020202020204" pitchFamily="34" charset="0"/>
                <a:ea typeface="Bangla MN" charset="0"/>
                <a:cs typeface="Arial" panose="020B0604020202020204" pitchFamily="34" charset="0"/>
              </a:rPr>
              <a:t>ENR 210 Continuum Mechanics</a:t>
            </a:r>
          </a:p>
        </p:txBody>
      </p:sp>
    </p:spTree>
    <p:extLst>
      <p:ext uri="{BB962C8B-B14F-4D97-AF65-F5344CB8AC3E}">
        <p14:creationId xmlns:p14="http://schemas.microsoft.com/office/powerpoint/2010/main" val="283623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A3 Paper (297x420 mm)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Bangla MN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2012-08-24T00:53:15Z</dcterms:created>
  <dcterms:modified xsi:type="dcterms:W3CDTF">2026-02-09T09:27:46Z</dcterms:modified>
</cp:coreProperties>
</file>